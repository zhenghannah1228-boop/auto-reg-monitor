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2.png"/><Relationship Id="rId6" Type="http://schemas.openxmlformats.org/officeDocument/2006/relationships/image" Target="../media/image-2-3.png"/><Relationship Id="rId7" Type="http://schemas.openxmlformats.org/officeDocument/2006/relationships/image" Target="../media/image-2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2026年8-9月工作汇报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8808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SGS-CSTC· Business Assurance · RMSC · 汽车垂直领域    |    Hannah Zheng    |    2026年9月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8808415" cy="0"/>
          </a:xfrm>
          <a:prstGeom prst="line">
            <a:avLst/>
          </a:prstGeom>
          <a:noFill/>
          <a:ln w="12700">
            <a:solidFill>
              <a:srgbClr val="BCBCB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1050" dirty="0"/>
          </a:p>
        </p:txBody>
      </p:sp>
      <p:pic>
        <p:nvPicPr>
          <p:cNvPr id="6" name="Image 0" descr="/tmp/pptx_work/icons/brief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30552"/>
            <a:ext cx="475488" cy="4754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52144" y="2157984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52144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572768" y="21214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项目情况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572768" y="24140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计费项目人天、利用率、亮点与问题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2852928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2" name="Image 1" descr="/tmp/pptx_work/icons/to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71800"/>
            <a:ext cx="475488" cy="47548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152144" y="2999232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52144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1572768" y="296265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572768" y="32552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一点通汽车法规库建设与工具建设总结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3694176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8" name="Image 2" descr="/tmp/pptx_work/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13048"/>
            <a:ext cx="475488" cy="475488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1152144" y="3840480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1152144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572768" y="3803904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市场支持情况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572768" y="409651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8-9月市场与客户支持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48640" y="4535424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24" name="Image 3" descr="/tmp/pptx_work/icons/fla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654296"/>
            <a:ext cx="475488" cy="47548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1152144" y="4681728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1152144" y="4681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1572768" y="464515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10月工作计划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1572768" y="4937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第一部分 · 项目情况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8-9月计费项目概览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331720"/>
            <a:ext cx="822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463040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81328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8" name="Image 0" descr="/tmp/pptx_work/icons/calend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68" y="2423160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72768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572768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计费天数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493008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11296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3" name="Image 1" descr="/tmp/pptx_work/icons/p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2736" y="242316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02736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602736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522976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541264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8" name="Image 2" descr="/tmp/pptx_work/icons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704" y="2423160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632704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632704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非计费人天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3557016"/>
            <a:ext cx="822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9月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1463040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1481328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4" name="Image 3" descr="/tmp/pptx_work/icons/calend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648456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572768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572768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计费天数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3493008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511296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9" name="Image 4" descr="/tmp/pptx_work/icons/pi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2736" y="3648456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602736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3602736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5522976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541264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34" name="Image 5" descr="/tmp/pptx_work/icons/clo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2704" y="3648456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632704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5632704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非计费人天</a:t>
            </a:r>
            <a:endParaRPr lang="en-US" sz="1000" dirty="0"/>
          </a:p>
        </p:txBody>
      </p:sp>
      <p:sp>
        <p:nvSpPr>
          <p:cNvPr id="37" name="Shape 29"/>
          <p:cNvSpPr/>
          <p:nvPr/>
        </p:nvSpPr>
        <p:spPr>
          <a:xfrm>
            <a:off x="548640" y="4910328"/>
            <a:ext cx="4289908" cy="150876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66928" y="4956048"/>
            <a:ext cx="32004" cy="141732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731520" y="5038344"/>
            <a:ext cx="3924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亮点项目</a:t>
            </a:r>
            <a:endParaRPr lang="en-US" sz="1250" dirty="0"/>
          </a:p>
        </p:txBody>
      </p:sp>
      <p:sp>
        <p:nvSpPr>
          <p:cNvPr id="40" name="Text 32"/>
          <p:cNvSpPr txBox="1"/>
          <p:nvPr/>
        </p:nvSpPr>
        <p:spPr>
          <a:xfrm>
            <a:off x="731520" y="5367528"/>
            <a:ext cx="39241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【待补充:8-9月计费项目的亮点/关键交付】</a:t>
            </a:r>
            <a:endParaRPr lang="en-US" sz="1050" dirty="0"/>
          </a:p>
        </p:txBody>
      </p:sp>
      <p:sp>
        <p:nvSpPr>
          <p:cNvPr id="41" name="Shape 33"/>
          <p:cNvSpPr/>
          <p:nvPr/>
        </p:nvSpPr>
        <p:spPr>
          <a:xfrm>
            <a:off x="5067148" y="4910328"/>
            <a:ext cx="4289908" cy="150876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5085436" y="4956048"/>
            <a:ext cx="32004" cy="141732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5250028" y="5038344"/>
            <a:ext cx="3924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项目问题及解决</a:t>
            </a:r>
            <a:endParaRPr lang="en-US" sz="1250" dirty="0"/>
          </a:p>
        </p:txBody>
      </p:sp>
      <p:sp>
        <p:nvSpPr>
          <p:cNvPr id="44" name="Text 36"/>
          <p:cNvSpPr txBox="1"/>
          <p:nvPr/>
        </p:nvSpPr>
        <p:spPr>
          <a:xfrm>
            <a:off x="5250028" y="5367528"/>
            <a:ext cx="39241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【待补充:项目推进中遇到的问题与应对】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8月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 · 8月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e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工具与法规数据深化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318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3026664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自动驾驶评估台新增【AI 法案高风险合规】模块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557016"/>
            <a:ext cx="4221328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602736"/>
            <a:ext cx="32004" cy="64008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77190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666744"/>
            <a:ext cx="380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电气与电动化评估台新增【电池法规 (EU) 2026/1738 循环设计与报废车管理】模块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4416552"/>
            <a:ext cx="4221328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462272"/>
            <a:ext cx="32004" cy="64008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63143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526280"/>
            <a:ext cx="380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工具两轮全面排查:一轮改写生硬措辞,二轮排查交互逻辑与数据准确性问题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5276088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5321808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5490972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5385816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认证金字塔 B/C 档 16 国数据系统性复核与纠错(拉美/北非/东非/独联体)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5916168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961888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6131052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6025896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五个评估工具全部接入「一点通」平台法规链接</a:t>
            </a:r>
            <a:endParaRPr lang="en-US" sz="1200" dirty="0"/>
          </a:p>
        </p:txBody>
      </p:sp>
      <p:pic>
        <p:nvPicPr>
          <p:cNvPr id="28" name="Image 1" descr="/tmp/pptx_work/icons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每日监测与月报机制常态化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135728" y="2916936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2962656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31318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3026664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《全球及中国汽车法规标准月报》编制(7月刊)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135728" y="3557016"/>
            <a:ext cx="4221328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3602736"/>
            <a:ext cx="32004" cy="64008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77190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3666744"/>
            <a:ext cx="380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 IT 质检「事件录入模板」大模型读取内容质量,固化默认模板并修复下拉不匹配问题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5135728" y="4416552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4462272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463143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4526280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7月月报定稿:补入中国国内标准动态后归档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5135728" y="5056632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5102352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527151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5166360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内部数据台账建设:建立待复核项跟踪机制并批量核实积压数据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9月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 · 9月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to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认证旅程升级 · 界面与数据修复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318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3026664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新增认证材料模板,用官方原始 PDF 重做真实页面截取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557016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602736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77190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666744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 大改:③⑤⑥站行动计划改为统计摘要,避免重复铺陈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4197096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242816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41198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306824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报告能力增强:新增 Word 导出、行动清单页对齐报告结构、末尾补叙述性总结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4837176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882896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505206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946904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认证旅程 10+ 项交互细节修复:官方链接/模板下载/打印样式等逐项打磨</a:t>
            </a:r>
            <a:endParaRPr lang="en-US" sz="1200" dirty="0"/>
          </a:p>
        </p:txBody>
      </p:sp>
      <p:pic>
        <p:nvPicPr>
          <p:cNvPr id="24" name="Image 1" descr="/tmp/pptx_work/icons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每日监测与月报机制常态化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135728" y="2916936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154016" y="2962656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9" name="Shape 25"/>
          <p:cNvSpPr/>
          <p:nvPr/>
        </p:nvSpPr>
        <p:spPr>
          <a:xfrm>
            <a:off x="5282032" y="31318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5446624" y="3026664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《全球及中国汽车法规标准月报》编制(8月刊)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5135728" y="3557016"/>
            <a:ext cx="4221328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3602736"/>
            <a:ext cx="32004" cy="64008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377190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3666744"/>
            <a:ext cx="380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每日监测自动化流水线运维排查:多次发现定时任务未自动执行、部分日期邮件缺失等异常,及时报告 IT 跟进修复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135728" y="4416552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4462272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463143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4526280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8月月报多轮口径校准:并入中国国内月报 70 项标准动态后定稿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5135728" y="5056632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5102352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527151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5166360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合规成熟度矩阵改版:白底常显,象限优先建议更聚焦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第三部分 · 市场支持情况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市场支持情况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法规检索与数据交付(对接汽研)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64008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318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3026664"/>
            <a:ext cx="380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拉美/北美七国(墨西哥/哥伦比亚/巴西/阿根廷/智利/秘鲁/美国/加拿大)充电插头插座标准检索,交付 Excel 数据表 + 原文压缩包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776472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822192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99135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886200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核对「清单有原文但未收集」表,澄清数量差异(废止/合并共6条)原因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4416552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462272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63143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526280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WP29 第199届会议提案作为法规动态线上推送汽研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5056632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5102352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527151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5166360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Q2及Q3海外法规监测工作季度总结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5696712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742432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911596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806440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多国法规清单持续补充交付与归类口径答疑</a:t>
            </a:r>
            <a:endParaRPr lang="en-US" sz="1200" dirty="0"/>
          </a:p>
        </p:txBody>
      </p:sp>
      <p:pic>
        <p:nvPicPr>
          <p:cNvPr id="28" name="Image 1" descr="/tmp/pptx_work/icons/se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月报分发与内容营销支持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135728" y="2916936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2962656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31318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3026664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录制【有问必答】视频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135728" y="3557016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3602736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77190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3666744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「汽车制造」系列推广文章周更审阅(8-9月共9篇)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5135728" y="4197096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4242816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441198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4306824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2026/1738 循环设计法规直播内容制作支持(大纲/PPT)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5135728" y="4837176"/>
            <a:ext cx="4221328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882896"/>
            <a:ext cx="32004" cy="42062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505206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946904"/>
            <a:ext cx="380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法规月报按时分发至汽研客户并跟进反馈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第四部分 · 10月工作计划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10月工作计划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331720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368296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pptx_wor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4231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2331720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编制 9 月《法规雷达》月报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953512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6928" y="2990088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1" name="Image 1" descr="/tmp/pptx_wor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04495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2953512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每日法规监测常态化维护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575304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66928" y="3611880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5" name="Image 2" descr="/tmp/pptx_wor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666744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8720" y="3575304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认证合规工具持续迭代维护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4197096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66928" y="4233672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9" name="Image 3" descr="/tmp/pptx_work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288536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188720" y="4197096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推进汽研客户法规数据需求对接与交付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2026-09-23T03:00:43Z</dcterms:created>
  <dcterms:modified xsi:type="dcterms:W3CDTF">2026-09-23T03:00:43Z</dcterms:modified>
</cp:coreProperties>
</file>