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905695" cy="6858000"/>
  <p:notesSz cx="6858000" cy="9905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2.png"/><Relationship Id="rId6" Type="http://schemas.openxmlformats.org/officeDocument/2006/relationships/image" Target="../media/image-2-3.png"/><Relationship Id="rId7" Type="http://schemas.openxmlformats.org/officeDocument/2006/relationships/image" Target="../media/image-2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808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2026年8-9月工作汇报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8808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SGS-CSTC· Business Assurance · RMSC · 汽车垂直领域    |    Hannah Zheng    |    2026年9月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808415" cy="0"/>
          </a:xfrm>
          <a:prstGeom prst="line">
            <a:avLst/>
          </a:prstGeom>
          <a:noFill/>
          <a:ln w="12700">
            <a:solidFill>
              <a:srgbClr val="BCBC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1050" dirty="0"/>
          </a:p>
        </p:txBody>
      </p:sp>
      <p:pic>
        <p:nvPicPr>
          <p:cNvPr id="6" name="Image 0" descr="/tmp/pptx_work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0552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52144" y="2157984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52144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572768" y="21214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项目情况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72768" y="2414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计费项目人天、利用率、亮点与问题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12" name="Image 1" descr="/tmp/pptx_work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52144" y="2999232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52144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1572768" y="29626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非项目情况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72768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一点通汽车法规库建设与工具建设总结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694176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18" name="Image 2" descr="/tmp/pptx_wor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13048"/>
            <a:ext cx="475488" cy="47548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152144" y="3840480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1152144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572768" y="3803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市场支持情况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572768" y="4096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8-9月市场与客户支持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4535424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24" name="Image 3" descr="/tmp/pptx_work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54296"/>
            <a:ext cx="475488" cy="4754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152144" y="4681728"/>
            <a:ext cx="274320" cy="27432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152144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572768" y="46451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10月工作计划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572768" y="4937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第一部分 · 项目情况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8-9月计费项目概览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822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63040" y="2331720"/>
            <a:ext cx="18470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2377440"/>
            <a:ext cx="32004" cy="93268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8" name="Image 0" descr="/tmp/pptx_work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4231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72768" y="2697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72768" y="30083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计费天数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93008" y="2331720"/>
            <a:ext cx="18470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11296" y="2377440"/>
            <a:ext cx="32004" cy="93268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3" name="Image 1" descr="/tmp/pptx_work/icons/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24231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02736" y="2697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02736" y="30083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利用率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22976" y="2331720"/>
            <a:ext cx="18470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41264" y="2377440"/>
            <a:ext cx="32004" cy="93268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8" name="Image 2" descr="/tmp/pptx_work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42316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632704" y="2697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632704" y="30083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非计费人天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3557016"/>
            <a:ext cx="822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9月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463040" y="3557016"/>
            <a:ext cx="18470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481328" y="3602736"/>
            <a:ext cx="32004" cy="93268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24" name="Image 3" descr="/tmp/pptx_work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6484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72768" y="39227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572768" y="42336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计费天数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493008" y="3557016"/>
            <a:ext cx="18470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511296" y="3602736"/>
            <a:ext cx="32004" cy="93268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29" name="Image 4" descr="/tmp/pptx_work/icons/pi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736" y="3648456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602736" y="39227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3602736" y="42336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利用率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522976" y="3557016"/>
            <a:ext cx="1847088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541264" y="3602736"/>
            <a:ext cx="32004" cy="932688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34" name="Image 5" descr="/tmp/pptx_work/icons/c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4" y="3648456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32704" y="39227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5632704" y="423367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非计费人天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548640" y="4910328"/>
            <a:ext cx="428990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66928" y="4956048"/>
            <a:ext cx="32004" cy="1417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731520" y="5038344"/>
            <a:ext cx="392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亮点项目</a:t>
            </a:r>
            <a:endParaRPr lang="en-US" sz="1250" dirty="0"/>
          </a:p>
        </p:txBody>
      </p:sp>
      <p:sp>
        <p:nvSpPr>
          <p:cNvPr id="40" name="Text 32"/>
          <p:cNvSpPr txBox="1"/>
          <p:nvPr/>
        </p:nvSpPr>
        <p:spPr>
          <a:xfrm>
            <a:off x="731520" y="5367528"/>
            <a:ext cx="392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【待补充:8-9月计费项目的亮点/关键交付】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5067148" y="4910328"/>
            <a:ext cx="4289908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085436" y="4956048"/>
            <a:ext cx="32004" cy="14173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5250028" y="5038344"/>
            <a:ext cx="3924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项目问题及解决</a:t>
            </a:r>
            <a:endParaRPr lang="en-US" sz="1250" dirty="0"/>
          </a:p>
        </p:txBody>
      </p:sp>
      <p:sp>
        <p:nvSpPr>
          <p:cNvPr id="44" name="Text 36"/>
          <p:cNvSpPr txBox="1"/>
          <p:nvPr/>
        </p:nvSpPr>
        <p:spPr>
          <a:xfrm>
            <a:off x="5250028" y="5367528"/>
            <a:ext cx="39241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【待补充:项目推进中遇到的问题与应对】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 · 非项目情况 · 8月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非项目情况 · 8月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pic>
        <p:nvPicPr>
          <p:cNvPr id="5" name="Image 0" descr="/tmp/pptx_work/icons/e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E-mark 工具与法规数据深化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自动驾驶评估台新增【AI 法案高风险合规】模块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465576"/>
            <a:ext cx="422132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3511296"/>
            <a:ext cx="32004" cy="5669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365302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3547872"/>
            <a:ext cx="380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电气与电动化评估台新增【电池法规 (EU) 2026/1738 循环设计与报废车管理】模块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22452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427024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" y="441198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" y="430682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E-mark 工具两轮全面排查:一轮改写生硬措辞,二轮排查交互逻辑与数据准确性问题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77316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481888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496062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9536" y="485546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认证金字塔 B/C 档 16 国数据系统性复核与纠错(拉美/北非/东非/独联体)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32180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536752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" y="550926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59536" y="540410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五个评估工具全部接入「一点通」平台法规链接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587044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" y="591616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Shape 27"/>
          <p:cNvSpPr/>
          <p:nvPr/>
        </p:nvSpPr>
        <p:spPr>
          <a:xfrm>
            <a:off x="694944" y="605790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59536" y="595274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电池护照合规自查组据欧盟官方指引扩充完善</a:t>
            </a:r>
            <a:endParaRPr lang="en-US" sz="1150" dirty="0"/>
          </a:p>
        </p:txBody>
      </p:sp>
      <p:pic>
        <p:nvPicPr>
          <p:cNvPr id="32" name="Image 1" descr="/tmp/pptx_work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331720"/>
            <a:ext cx="384048" cy="384048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629504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每日监测与月报机制常态化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135728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135728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154016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2032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446624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《全球及中国汽车法规标准月报》编制(7月刊)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5135728" y="346557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154016" y="351129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1" name="Shape 37"/>
          <p:cNvSpPr/>
          <p:nvPr/>
        </p:nvSpPr>
        <p:spPr>
          <a:xfrm>
            <a:off x="5282032" y="365302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5446624" y="354787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 IT 质检「事件录入模板」优化,固化默认模板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135728" y="401421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154016" y="405993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5" name="Shape 41"/>
          <p:cNvSpPr/>
          <p:nvPr/>
        </p:nvSpPr>
        <p:spPr>
          <a:xfrm>
            <a:off x="5282032" y="420166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5446624" y="409651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7月月报定稿:补入中国国内标准动态后归档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5135728" y="456285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154016" y="460857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9" name="Shape 45"/>
          <p:cNvSpPr/>
          <p:nvPr/>
        </p:nvSpPr>
        <p:spPr>
          <a:xfrm>
            <a:off x="5282032" y="475030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5446624" y="464515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内部数据台账建设:建立待复核项跟踪机制并批量核实积压数据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5135728" y="511149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54016" y="515721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3" name="Shape 49"/>
          <p:cNvSpPr/>
          <p:nvPr/>
        </p:nvSpPr>
        <p:spPr>
          <a:xfrm>
            <a:off x="5282032" y="529894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5446624" y="519379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每日监测数据基线文件归档与持久化管理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5135728" y="56601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5154016" y="57058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7" name="Shape 53"/>
          <p:cNvSpPr/>
          <p:nvPr/>
        </p:nvSpPr>
        <p:spPr>
          <a:xfrm>
            <a:off x="5282032" y="58475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5446624" y="57424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工具页面信息架构统一整理</a:t>
            </a:r>
            <a:endParaRPr lang="en-US" sz="1150" dirty="0"/>
          </a:p>
        </p:txBody>
      </p:sp>
      <p:sp>
        <p:nvSpPr>
          <p:cNvPr id="59" name="Shape 55"/>
          <p:cNvSpPr/>
          <p:nvPr/>
        </p:nvSpPr>
        <p:spPr>
          <a:xfrm>
            <a:off x="4952848" y="2423160"/>
            <a:ext cx="0" cy="3886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 · 非项目情况 · 9月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非项目情况 · 9月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pic>
        <p:nvPicPr>
          <p:cNvPr id="5" name="Image 0" descr="/tmp/pptx_work/icons/to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认证旅程升级 · 界面与数据修复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新增认证材料模板,用官方原始 PDF 重做真实页面截取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46557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351129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365302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354787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大改:③⑤⑥站行动计划改为统计摘要,避免重复铺陈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1421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405993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" y="420166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" y="409651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报告能力增强:新增 Word 导出、行动清单页对齐报告结构、末尾补叙述性总结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56285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460857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475030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9536" y="464515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认证旅程 10+ 项交互细节修复:官方链接/模板下载/打印样式等逐项打磨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1149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515721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" y="529894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59536" y="519379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行动清单按风险等级重构,输出导读总览</a:t>
            </a:r>
            <a:endParaRPr lang="en-US" sz="1150" dirty="0"/>
          </a:p>
        </p:txBody>
      </p:sp>
      <p:pic>
        <p:nvPicPr>
          <p:cNvPr id="28" name="Image 1" descr="/tmp/pptx_work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331720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629504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每日监测与月报机制常态化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135728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35728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54016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Shape 29"/>
          <p:cNvSpPr/>
          <p:nvPr/>
        </p:nvSpPr>
        <p:spPr>
          <a:xfrm>
            <a:off x="5282032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446624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《全球及中国汽车法规标准月报》编制(8月刊)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135728" y="346557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154016" y="351129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2032" y="365302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446624" y="354787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每日监测自动化流水线运维排查:多次发现异常并及时报告 IT 跟进修复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5135728" y="401421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154016" y="405993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1" name="Shape 37"/>
          <p:cNvSpPr/>
          <p:nvPr/>
        </p:nvSpPr>
        <p:spPr>
          <a:xfrm>
            <a:off x="5282032" y="420166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5446624" y="409651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8月月报多轮口径校准:并入中国国内月报 70 项标准动态后定稿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135728" y="456285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154016" y="460857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5" name="Shape 41"/>
          <p:cNvSpPr/>
          <p:nvPr/>
        </p:nvSpPr>
        <p:spPr>
          <a:xfrm>
            <a:off x="5282032" y="475030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5446624" y="464515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合规成熟度矩阵改版:白底常显,象限优先建议更聚焦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5135728" y="511149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154016" y="515721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9" name="Shape 45"/>
          <p:cNvSpPr/>
          <p:nvPr/>
        </p:nvSpPr>
        <p:spPr>
          <a:xfrm>
            <a:off x="5282032" y="529894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5446624" y="519379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每日监测数据基线持续归档维护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4952848" y="2423160"/>
            <a:ext cx="0" cy="3886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第二部分 · 非项目情况 · 工具亮点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E-mark 工具:从免费自评到持续服务转化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04288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中途保存的档案可随时载回继续;每条法规缺口自动映射对应服务建议,报告生成后引导预约专家解读——评估留痕、结果即线索,让客户留在「一点通」持续互动,而非用完即走。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42616"/>
            <a:ext cx="2953512" cy="4147859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642616"/>
            <a:ext cx="2953512" cy="4572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8" name="Image 0" descr="/tmp/pptx_work/screenshots/c4_gap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770632"/>
            <a:ext cx="2697480" cy="33614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" y="6186971"/>
            <a:ext cx="2697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" y="624183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行动清单「缺口→服务映射」:每条待办自动标注对应服务(如版本追踪订阅),自评结果直接转化为服务线索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76472" y="2642616"/>
            <a:ext cx="4736592" cy="2923266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76472" y="2642616"/>
            <a:ext cx="4736592" cy="45720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3" name="Image 1" descr="/tmp/pptx_work/screenshots/c5_expertc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88" y="2770632"/>
            <a:ext cx="4480560" cy="213688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904488" y="4962378"/>
            <a:ext cx="448056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904488" y="501724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报告生成后引导「预约专家解读我的缺口」,把一次性免费评估转化为持续咨询与代办委托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第三部分 · 市场支持情况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市场支持情况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pic>
        <p:nvPicPr>
          <p:cNvPr id="5" name="Image 0" descr="/tmp/pptx_wor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法规检索与数据交付(对接汽研)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916936"/>
            <a:ext cx="422132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962656"/>
            <a:ext cx="32004" cy="5669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2999232"/>
            <a:ext cx="380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拉美/北美七国(墨西哥/哥伦比亚/巴西/阿根廷/智利/秘鲁/美国/加拿大)充电插头插座标准检索,交付 Excel 数据表 + 原文压缩包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67588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372160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386334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375818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核对「清单有原文但未收集」表,澄清数量差异(废止/合并共6条)原因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22452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427024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" y="441198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" y="430682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WP29 第199届会议提案作为法规动态线上推送汽研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77316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481888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496062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9536" y="485546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Q2及Q3海外法规监测工作季度总结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321808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5367528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" y="550926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59536" y="5404104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多国法规清单持续补充交付与归类口径答疑</a:t>
            </a:r>
            <a:endParaRPr lang="en-US" sz="1150" dirty="0"/>
          </a:p>
        </p:txBody>
      </p:sp>
      <p:pic>
        <p:nvPicPr>
          <p:cNvPr id="28" name="Image 1" descr="/tmp/pptx_work/icons/s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331720"/>
            <a:ext cx="384048" cy="38404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629504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月报分发与内容营销支持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135728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35728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54016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Shape 29"/>
          <p:cNvSpPr/>
          <p:nvPr/>
        </p:nvSpPr>
        <p:spPr>
          <a:xfrm>
            <a:off x="5282032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446624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录制【有问必答】视频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135728" y="346557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154016" y="351129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2032" y="365302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446624" y="354787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「汽车制造」系列推广文章周更审阅(8-9月共9篇)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5135728" y="401421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154016" y="405993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1" name="Shape 37"/>
          <p:cNvSpPr/>
          <p:nvPr/>
        </p:nvSpPr>
        <p:spPr>
          <a:xfrm>
            <a:off x="5282032" y="420166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5446624" y="409651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2026/1738 循环设计法规直播内容制作支持(大纲/PPT)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135728" y="456285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154016" y="460857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5" name="Shape 41"/>
          <p:cNvSpPr/>
          <p:nvPr/>
        </p:nvSpPr>
        <p:spPr>
          <a:xfrm>
            <a:off x="5282032" y="475030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5446624" y="464515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法规月报按时分发至汽研客户并跟进反馈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5135728" y="511149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154016" y="515721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9" name="Shape 45"/>
          <p:cNvSpPr/>
          <p:nvPr/>
        </p:nvSpPr>
        <p:spPr>
          <a:xfrm>
            <a:off x="5282032" y="529894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5446624" y="519379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月报 Spotlight 专题内容策划与选题调整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4952848" y="2423160"/>
            <a:ext cx="0" cy="3886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第四部分 · 10月工作计划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10月工作计划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368296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7" name="Image 0" descr="/tmp/pptx_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4231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331720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编制 9 月《法规雷达》月报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53512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990088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1" name="Image 1" descr="/tmp/pptx_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0449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953512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每日法规监测常态化维护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575304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3611880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5" name="Image 2" descr="/tmp/pptx_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66674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575304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E-mark 认证合规工具持续迭代维护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197096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6928" y="4233672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9" name="Image 3" descr="/tmp/pptx_wor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28853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4197096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法规检索客户需求响应与数据交付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818888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66928" y="4855464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23" name="Image 4" descr="/tmp/pptx_wor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91032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88720" y="4818888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内容营销与客户答疑支持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440680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66928" y="5477256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27" name="Image 5" descr="/tmp/pptx_wor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553212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88720" y="5440680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汽车制造系列推广文章持续审阅与内容支持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2026-09-23T07:42:36Z</dcterms:created>
  <dcterms:modified xsi:type="dcterms:W3CDTF">2026-09-23T07:42:36Z</dcterms:modified>
</cp:coreProperties>
</file>