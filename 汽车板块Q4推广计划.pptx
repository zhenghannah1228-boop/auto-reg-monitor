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汽车板块 Q4 推广计划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 提案 · 客户增长与线索转化  |  SGS-CSTC· Business Assurance · RMSC · 汽车垂直领域  |  Hannah Zheng  |  2026年10月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okr_work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38912" cy="438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15568" y="2148840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15568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517904" y="21214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现状与背景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1" name="Image 1" descr="/tmp/okr_work/icons/fl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43784"/>
            <a:ext cx="438912" cy="43891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115568" y="2862072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1115568" y="2862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517904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总体目标（Objective）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3456432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6" name="Image 2" descr="/tmp/okr_work/icons/gr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57016"/>
            <a:ext cx="438912" cy="4389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115568" y="3575304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115568" y="3575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517904" y="3547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关键结果拆解（Key Results）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416966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1" name="Image 3" descr="/tmp/okr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70248"/>
            <a:ext cx="438912" cy="43891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1115568" y="4288536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1115568" y="4288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517904" y="42611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月度执行路线图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488289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6" name="Image 4" descr="/tmp/okr_work/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83480"/>
            <a:ext cx="438912" cy="43891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1115568" y="5001768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1115568" y="5001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1517904" y="49743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协作资源需求</a:t>
            </a:r>
            <a:endParaRPr lang="en-US" sz="1350" dirty="0"/>
          </a:p>
        </p:txBody>
      </p:sp>
      <p:sp>
        <p:nvSpPr>
          <p:cNvPr id="30" name="Shape 23"/>
          <p:cNvSpPr/>
          <p:nvPr/>
        </p:nvSpPr>
        <p:spPr>
          <a:xfrm>
            <a:off x="548640" y="55961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31" name="Image 5" descr="/tmp/okr_work/icons/checksquar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6712"/>
            <a:ext cx="438912" cy="43891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1115568" y="5715000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1115568" y="5715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1517904" y="56875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预期产出与汇报节奏</a:t>
            </a:r>
            <a:endParaRPr lang="en-US" sz="1350" dirty="0"/>
          </a:p>
        </p:txBody>
      </p:sp>
      <p:sp>
        <p:nvSpPr>
          <p:cNvPr id="35" name="Shape 2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现状与背景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一点通平台与汽车板块现有基础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okr_work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已具备的基础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一点通合规评估工具已上线：逐条订阅提醒、认证旅程 9 站导航、成熟度矩阵打分、缺口分级表均可用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941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7398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8816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7764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《全球及中国汽车法规标准月报》按月产出，覆盖 60+ 目标国、10 维度法规动态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30682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4855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4340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「汽车制造」系列推广文章周更发布，已积累固定读者群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82803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7375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501548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91032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汽研等核心客户有在执行的法规数据交付合作，可作为深化基础</a:t>
            </a:r>
            <a:endParaRPr lang="en-US" sz="1150" dirty="0"/>
          </a:p>
        </p:txBody>
      </p:sp>
      <p:pic>
        <p:nvPicPr>
          <p:cNvPr id="24" name="Image 1" descr="/tmp/okr_work/icons/trending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待突破的环节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9" name="Shape 25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工具后台无埋点：不清楚用户从「试用评估」到「预约专家解读」的转化比例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5135728" y="348386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352958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6713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356616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月报/文章末尾未放置工具入口，阅读流量没有导流到一点通或咨询预约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405079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409651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42382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413308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新客户拓展靠等来访——没有目标客户名单，未做过定向推送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617720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663440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805172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700016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有汽车行业展会/论坛，但目前无参会计划或合规主题资料储备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总体目标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514600"/>
            <a:ext cx="8808415" cy="1737360"/>
          </a:xfrm>
          <a:prstGeom prst="roundRect">
            <a:avLst>
              <a:gd name="adj" fmla="val 4211"/>
            </a:avLst>
          </a:prstGeom>
          <a:solidFill>
            <a:srgbClr val="FFF6EF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14600"/>
            <a:ext cx="64008" cy="173736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15768"/>
            <a:ext cx="8168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· OBJECTIVE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26664"/>
            <a:ext cx="8168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依托一点通工具与法规内容体系，打通「内容触达 → 工具试用 → 咨询转化」链路，Q4 建立可追踪的获客与转化基线。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72000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背景说明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0383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" y="4937760"/>
            <a:ext cx="8588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核心抓手：一点通合规评估工具（已上线）+ 月报/推广文章（已稳定产出），Q4 重点是把两者串起来。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566013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" y="5559552"/>
            <a:ext cx="8588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三件事：① 工具后台埋点，搞清楚转化漏斗数据；② 内容端统一加工具入口，让阅读量变成线索；③ 筛目标客户做定向推送，从被动等变主动找。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62819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6181344"/>
            <a:ext cx="8588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目标是「建基线、跑通路径」，不追求一次性冲量；数据验证后 2027 年再定量化指标。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关键结果拆解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Results · 三大方向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okr_work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05840" y="2295144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方向①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496312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工具获客与转化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898648"/>
            <a:ext cx="275325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026664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46120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一点通后台加埋点：记录「访问→试用评估→预约专家→正式咨询」各步骤数据，形成转化漏斗基线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3913632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977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KR2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133088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优化「预约专家解读」的入口位置与引导文案，提升评估完成后的咨询预约率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4608576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46725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KR3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4828032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上线电池法规/碳足迹等新兴领域专项评估模块，覆盖客户新增出口合规需求</a:t>
            </a:r>
            <a:endParaRPr lang="en-US" sz="950" dirty="0"/>
          </a:p>
        </p:txBody>
      </p:sp>
      <p:pic>
        <p:nvPicPr>
          <p:cNvPr id="18" name="Image 1" descr="/tmp/okr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6218" y="23317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033418" y="2295144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方向②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4033418" y="2496312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内容导流与线索获取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576218" y="2898648"/>
            <a:ext cx="275325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576218" y="3026664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667658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KR1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3667658" y="3246120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月报按月、推广文章按周持续产出，每篇文末固定放置一点通评估入口链接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576218" y="3721608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667658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KR2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3667658" y="3941064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针对客户高频咨询问题产出 3–5 篇深度法规解读专题，作为定向推送获客素材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3576218" y="4608576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67658" y="46725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KR3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3667658" y="4828032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建立法规速递邮件机制，按客户关注市场定向推送法规动态与工具入口</a:t>
            </a:r>
            <a:endParaRPr lang="en-US" sz="950" dirty="0"/>
          </a:p>
        </p:txBody>
      </p:sp>
      <p:pic>
        <p:nvPicPr>
          <p:cNvPr id="31" name="Image 2" descr="/tmp/okr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97" y="2331720"/>
            <a:ext cx="365760" cy="36576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060997" y="2295144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方向③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060997" y="2496312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客户增长与业务拓展</a:t>
            </a:r>
            <a:endParaRPr lang="en-US" sz="1250" dirty="0"/>
          </a:p>
        </p:txBody>
      </p:sp>
      <p:sp>
        <p:nvSpPr>
          <p:cNvPr id="34" name="Shape 29"/>
          <p:cNvSpPr/>
          <p:nvPr/>
        </p:nvSpPr>
        <p:spPr>
          <a:xfrm>
            <a:off x="6603797" y="2898648"/>
            <a:ext cx="275325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603797" y="3026664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695237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KR1</a:t>
            </a:r>
            <a:endParaRPr lang="en-US" sz="850" dirty="0"/>
          </a:p>
        </p:txBody>
      </p:sp>
      <p:sp>
        <p:nvSpPr>
          <p:cNvPr id="37" name="Text 32"/>
          <p:cNvSpPr txBox="1"/>
          <p:nvPr/>
        </p:nvSpPr>
        <p:spPr>
          <a:xfrm>
            <a:off x="6695237" y="3246120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汽研等核心客户：主动对接新增市场的法规数据需求，推进增量数据交付订单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603797" y="3721608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95237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KR2</a:t>
            </a:r>
            <a:endParaRPr lang="en-US" sz="850" dirty="0"/>
          </a:p>
        </p:txBody>
      </p:sp>
      <p:sp>
        <p:nvSpPr>
          <p:cNvPr id="40" name="Text 35"/>
          <p:cNvSpPr txBox="1"/>
          <p:nvPr/>
        </p:nvSpPr>
        <p:spPr>
          <a:xfrm>
            <a:off x="6695237" y="3941064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从主机厂、Tier 1、出口贸易商中各筛选目标企业，定向推送月报与工具试用邀请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6603797" y="4608576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695237" y="46725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KR3</a:t>
            </a:r>
            <a:endParaRPr lang="en-US" sz="850" dirty="0"/>
          </a:p>
        </p:txBody>
      </p:sp>
      <p:sp>
        <p:nvSpPr>
          <p:cNvPr id="43" name="Text 38"/>
          <p:cNvSpPr txBox="1"/>
          <p:nvPr/>
        </p:nvSpPr>
        <p:spPr>
          <a:xfrm>
            <a:off x="6695237" y="4828032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参加 Q4 汽车行业展会/论坛，备好法规合规主题资料，现场获取潜在客户联系方式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月度执行路线图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分月里程碑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2753258" cy="457200"/>
          </a:xfrm>
          <a:prstGeom prst="roundRect">
            <a:avLst>
              <a:gd name="adj" fmla="val 12000"/>
            </a:avLst>
          </a:prstGeom>
          <a:solidFill>
            <a:srgbClr val="FF66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935224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971800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3008376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 IT 对齐埋点需求，启动一点通后台开发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648456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685032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月报/文章统一嵌入一点通评估入口链接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288536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4325112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4361688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梳理目标客户名单，首轮定向推送法规月报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76218" y="2331720"/>
            <a:ext cx="2753258" cy="457200"/>
          </a:xfrm>
          <a:prstGeom prst="roundRect">
            <a:avLst>
              <a:gd name="adj" fmla="val 12000"/>
            </a:avLst>
          </a:prstGeom>
          <a:solidFill>
            <a:srgbClr val="FF66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76218" y="233172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11月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76218" y="2935224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4506" y="2971800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40810" y="3008376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一点通后台埋点上线，开始记录转化漏斗数据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76218" y="3611880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94506" y="3648456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740810" y="3685032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产出 2–3 篇深度法规专题，定向推送至目标客户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76218" y="4288536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94506" y="4325112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40810" y="4361688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汽研等核心客户增量需求对接与交付跟进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03797" y="2331720"/>
            <a:ext cx="2753258" cy="457200"/>
          </a:xfrm>
          <a:prstGeom prst="roundRect">
            <a:avLst>
              <a:gd name="adj" fmla="val 12000"/>
            </a:avLst>
          </a:prstGeom>
          <a:solidFill>
            <a:srgbClr val="FF66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03797" y="233172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12月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03797" y="2935224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22085" y="2971800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68389" y="3008376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基于埋点数据优化「预约专家解读」引导流程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3797" y="3611880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22085" y="3648456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768389" y="3685032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目标客户合作意向跟进，推动试用/签约落地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03797" y="4288536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22085" y="4325112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768389" y="4361688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汇总 Q4 转化漏斗数据，输出复盘与 2027 计划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协作资源需求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跨团队协作与支持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okr_work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内部协作需求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内容团队：协助深度法规专题文章的选题策划与排版发布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8386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2958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713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6616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市场团队：提供行业展会/论坛参会资源，协助目标客户名单的渠道梳理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5079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09651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2382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13308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IT/工具团队：一点通后台埋点开发与转化漏斗数据看板搭建</a:t>
            </a:r>
            <a:endParaRPr lang="en-US" sz="1150" dirty="0"/>
          </a:p>
        </p:txBody>
      </p:sp>
      <p:pic>
        <p:nvPicPr>
          <p:cNvPr id="20" name="Image 1" descr="/tmp/okr_work/icons/trending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风险与应对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5" name="Shape 21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埋点开发需 IT 排期，10 月对齐需求并启动开发，目标 11 月上线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135728" y="348386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154016" y="352958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9" name="Shape 25"/>
          <p:cNvSpPr/>
          <p:nvPr/>
        </p:nvSpPr>
        <p:spPr>
          <a:xfrm>
            <a:off x="5282032" y="36713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446624" y="356616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目标客户名单筛选依赖行业信息，与市场团队共建，避免闭门造车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5135728" y="405079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409651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42382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413308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新客户拓展周期长，Q4 以建立联系和试用意向为主，签约目标滚动至 Q1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预期产出与汇报节奏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交付物与同步机制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okr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每月底向上级同步 KR 进展：转化漏斗数据 + 客户触达进度 + 内容产出数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okr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月底产出 Q4 复盘报告：含转化基线数据、客户触达结果，衔接 2027 年度计划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okr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交付物：转化漏斗数据看板 + 法规速递邮件模板 + 目标客户名单与跟进记录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okr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形成首批目标客户合作意向清单（主机厂/Tier 1/贸易商各若干家）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2026-10-15T03:59:47Z</dcterms:created>
  <dcterms:modified xsi:type="dcterms:W3CDTF">2026-10-15T03:59:47Z</dcterms:modified>
</cp:coreProperties>
</file>